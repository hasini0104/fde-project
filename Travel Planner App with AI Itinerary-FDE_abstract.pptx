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E3FB011F-21B5-415D-AC9E-C17C96426F6E}" type="datetimeFigureOut">
              <a:rPr lang="en-US" smtClean="0"/>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7C880B60-260D-4549-B3F2-68462942AAB3}" type="slidenum">
              <a:rPr lang="en-US" smtClean="0"/>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E3FB011F-21B5-415D-AC9E-C17C96426F6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80B60-260D-4549-B3F2-68462942AAB3}" type="slidenum">
              <a:rPr lang="en-US" smtClean="0"/>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fld id="{E3FB011F-21B5-415D-AC9E-C17C96426F6E}" type="datetimeFigureOut">
              <a:rPr lang="en-US" smtClean="0"/>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7C880B60-260D-4549-B3F2-68462942AAB3}"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E3FB011F-21B5-415D-AC9E-C17C96426F6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80B60-260D-4549-B3F2-68462942AAB3}" type="slidenum">
              <a:rPr lang="en-US" smtClean="0"/>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7" name="Date Placeholder 6"/>
          <p:cNvSpPr>
            <a:spLocks noGrp="1"/>
          </p:cNvSpPr>
          <p:nvPr>
            <p:ph type="dt" sz="half" idx="10"/>
          </p:nvPr>
        </p:nvSpPr>
        <p:spPr/>
        <p:txBody>
          <a:bodyPr/>
          <a:lstStyle/>
          <a:p>
            <a:fld id="{E3FB011F-21B5-415D-AC9E-C17C96426F6E}"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880B60-260D-4549-B3F2-68462942AAB3}" type="slidenum">
              <a:rPr lang="en-US" smtClean="0"/>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E3FB011F-21B5-415D-AC9E-C17C96426F6E}"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880B60-260D-4549-B3F2-68462942AAB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FB011F-21B5-415D-AC9E-C17C96426F6E}"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880B60-260D-4549-B3F2-68462942AAB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E3FB011F-21B5-415D-AC9E-C17C96426F6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80B60-260D-4549-B3F2-68462942AAB3}" type="slidenum">
              <a:rPr lang="en-US" smtClean="0"/>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E3FB011F-21B5-415D-AC9E-C17C96426F6E}" type="datetimeFigureOut">
              <a:rPr lang="en-US" smtClean="0"/>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7C880B60-260D-4549-B3F2-68462942AAB3}" type="slidenum">
              <a:rPr lang="en-US" smtClean="0"/>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3FB011F-21B5-415D-AC9E-C17C96426F6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80B60-260D-4549-B3F2-68462942AAB3}"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3FB011F-21B5-415D-AC9E-C17C96426F6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80B60-260D-4549-B3F2-68462942AAB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E3FB011F-21B5-415D-AC9E-C17C96426F6E}" type="datetimeFigureOut">
              <a:rPr lang="en-US" smtClean="0"/>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7C880B60-260D-4549-B3F2-68462942AAB3}"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75055" y="3118485"/>
            <a:ext cx="6966585" cy="3633470"/>
          </a:xfrm>
        </p:spPr>
        <p:txBody>
          <a:bodyPr>
            <a:normAutofit/>
          </a:bodyPr>
          <a:lstStyle/>
          <a:p>
            <a:r>
              <a:rPr lang="en-US" dirty="0" smtClean="0"/>
              <a:t>Fundamentals of Data </a:t>
            </a:r>
            <a:r>
              <a:rPr lang="en-US" dirty="0" smtClean="0"/>
              <a:t>Engineering-</a:t>
            </a:r>
            <a:r>
              <a:rPr lang="en-US" dirty="0" smtClean="0"/>
              <a:t>24DEA3101 </a:t>
            </a:r>
            <a:endParaRPr lang="en-US" dirty="0" smtClean="0"/>
          </a:p>
          <a:p>
            <a:r>
              <a:rPr lang="en-US" altLang="en-US" dirty="0" smtClean="0"/>
              <a:t>Faculty Guide - Dr.N. Shirisha</a:t>
            </a:r>
            <a:endParaRPr lang="en-US" altLang="en-US" dirty="0" smtClean="0"/>
          </a:p>
          <a:p>
            <a:r>
              <a:rPr lang="en-US" dirty="0" smtClean="0">
                <a:sym typeface="+mn-ea"/>
              </a:rPr>
              <a:t>BACH-19</a:t>
            </a:r>
            <a:endParaRPr lang="en-US" altLang="en-US" dirty="0" smtClean="0"/>
          </a:p>
          <a:p>
            <a:r>
              <a:rPr lang="en-US" dirty="0" smtClean="0"/>
              <a:t>2420030094 – A </a:t>
            </a:r>
            <a:r>
              <a:rPr lang="en-US" dirty="0" err="1" smtClean="0"/>
              <a:t>Sindhuja</a:t>
            </a:r>
            <a:endParaRPr lang="en-US" dirty="0" smtClean="0"/>
          </a:p>
          <a:p>
            <a:r>
              <a:rPr lang="en-US" dirty="0" smtClean="0"/>
              <a:t>2420090033 – K </a:t>
            </a:r>
            <a:r>
              <a:rPr lang="en-US" dirty="0" err="1" smtClean="0"/>
              <a:t>Komali</a:t>
            </a:r>
            <a:r>
              <a:rPr lang="en-US" dirty="0" smtClean="0"/>
              <a:t> </a:t>
            </a:r>
            <a:r>
              <a:rPr lang="en-US" dirty="0" err="1" smtClean="0"/>
              <a:t>Hasini</a:t>
            </a:r>
            <a:endParaRPr lang="en-US" dirty="0" smtClean="0"/>
          </a:p>
          <a:p>
            <a:r>
              <a:rPr lang="en-US" dirty="0" smtClean="0"/>
              <a:t>2420090040 – K </a:t>
            </a:r>
            <a:r>
              <a:rPr lang="en-US" dirty="0" err="1" smtClean="0"/>
              <a:t>Rishitha</a:t>
            </a:r>
            <a:r>
              <a:rPr lang="en-US" dirty="0" smtClean="0"/>
              <a:t> Reddy</a:t>
            </a:r>
            <a:endParaRPr lang="en-US" dirty="0"/>
          </a:p>
        </p:txBody>
      </p:sp>
      <p:sp>
        <p:nvSpPr>
          <p:cNvPr id="2" name="Title 1"/>
          <p:cNvSpPr>
            <a:spLocks noGrp="1"/>
          </p:cNvSpPr>
          <p:nvPr>
            <p:ph type="ctrTitle"/>
          </p:nvPr>
        </p:nvSpPr>
        <p:spPr/>
        <p:txBody>
          <a:bodyPr/>
          <a:lstStyle/>
          <a:p>
            <a:r>
              <a:rPr smtClean="0"/>
              <a:t>Travel Planner App with AI Itinerary</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4338"/>
            <a:ext cx="8686800" cy="1417638"/>
          </a:xfrm>
        </p:spPr>
        <p:txBody>
          <a:bodyPr/>
          <a:lstStyle/>
          <a:p>
            <a:r>
              <a:rPr lang="en-US" dirty="0" smtClean="0"/>
              <a:t> </a:t>
            </a:r>
            <a:r>
              <a:rPr lang="en-US" dirty="0" smtClean="0"/>
              <a:t> Abstract</a:t>
            </a:r>
            <a:endParaRPr lang="en-US" dirty="0"/>
          </a:p>
        </p:txBody>
      </p:sp>
      <p:sp>
        <p:nvSpPr>
          <p:cNvPr id="3" name="Content Placeholder 2"/>
          <p:cNvSpPr>
            <a:spLocks noGrp="1"/>
          </p:cNvSpPr>
          <p:nvPr>
            <p:ph sz="quarter" idx="1"/>
          </p:nvPr>
        </p:nvSpPr>
        <p:spPr>
          <a:xfrm>
            <a:off x="0" y="1214422"/>
            <a:ext cx="9144000" cy="5643578"/>
          </a:xfrm>
        </p:spPr>
        <p:txBody>
          <a:bodyPr>
            <a:normAutofit/>
          </a:bodyPr>
          <a:lstStyle/>
          <a:p>
            <a:pPr algn="just"/>
            <a:r>
              <a:rPr lang="en-US" sz="1600" dirty="0" smtClean="0"/>
              <a:t>The </a:t>
            </a:r>
            <a:r>
              <a:rPr lang="en-US" sz="1600" b="1" dirty="0" smtClean="0"/>
              <a:t>Travel Planner App with AI Itinerary</a:t>
            </a:r>
            <a:r>
              <a:rPr lang="en-US" sz="1600" dirty="0" smtClean="0"/>
              <a:t> is an intelligent travel-planning application developed to simplify and automate the process of creating personalized travel plans. Planning a trip traditionally requires users to collect information from multiple sources regarding destinations, tourist attractions, accommodation, transportation, restaurants, activities, and expenses. This process can be time-consuming and may result in poorly organized schedules or difficulty in selecting destinations that match the user's interests and budget.</a:t>
            </a:r>
            <a:endParaRPr lang="en-US" sz="1600" dirty="0" smtClean="0"/>
          </a:p>
          <a:p>
            <a:pPr algn="just"/>
            <a:r>
              <a:rPr lang="en-US" sz="1600" dirty="0" smtClean="0"/>
              <a:t>The proposed application addresses these challenges by integrating </a:t>
            </a:r>
            <a:r>
              <a:rPr lang="en-US" sz="1600" b="1" dirty="0" smtClean="0"/>
              <a:t>Artificial Intelligence-based itinerary generation and recommendation techniques</a:t>
            </a:r>
            <a:r>
              <a:rPr lang="en-US" sz="1600" dirty="0" smtClean="0"/>
              <a:t> into a single travel-planning platform. The user provides important travel details such as the destination, travel dates or duration, budget, interests, preferred activities, number of travelers, and other preferences. Based on these inputs, the AI system analyzes the requirements and generates a personalized </a:t>
            </a:r>
            <a:r>
              <a:rPr lang="en-US" sz="1600" b="1" dirty="0" smtClean="0"/>
              <a:t>day-by-day itinerary</a:t>
            </a:r>
            <a:r>
              <a:rPr lang="en-US" sz="1600" dirty="0" smtClean="0"/>
              <a:t>.</a:t>
            </a:r>
            <a:endParaRPr lang="en-US" sz="1600" dirty="0" smtClean="0"/>
          </a:p>
          <a:p>
            <a:pPr algn="just"/>
            <a:r>
              <a:rPr lang="en-US" sz="1600" dirty="0" smtClean="0"/>
              <a:t>The application can also provide users with the ability to </a:t>
            </a:r>
            <a:r>
              <a:rPr lang="en-US" sz="1600" b="1" dirty="0" smtClean="0"/>
              <a:t>view, edit, save, and manage their itineraries</a:t>
            </a:r>
            <a:r>
              <a:rPr lang="en-US" sz="1600" dirty="0" smtClean="0"/>
              <a:t>. If the user wants to change an activity, add a new location, or remove an existing recommendation, the itinerary can be customized accordingly. Map integration can further help users visualize destinations and understand the distance between different locations. Budget estimation can assist travelers in managing their expenses and selecting activities that fit within their planned budget.</a:t>
            </a:r>
            <a:endParaRPr lang="en-US" sz="1600" dirty="0" smtClean="0"/>
          </a:p>
          <a:p>
            <a:pPr algn="just"/>
            <a:r>
              <a:rPr lang="en-US" sz="1600" dirty="0" smtClean="0"/>
              <a:t>The system can be implemented using a modern web or mobile application architecture consisting of a </a:t>
            </a:r>
            <a:r>
              <a:rPr lang="en-US" sz="1600" b="1" dirty="0" smtClean="0"/>
              <a:t>frontend, backend, database, AI/recommendation module, and external travel or map APIs</a:t>
            </a:r>
            <a:r>
              <a:rPr lang="en-US" sz="1600" dirty="0" smtClean="0"/>
              <a:t>. The frontend provides an interactive interface through which users enter their travel requirements and view their generated itinerary. The backend manages user data, travel preferences, itinerary information, and communication with AI services and external APIs. The AI component is responsible for analyzing user preferences and generating suitable travel recommendations and schedules.</a:t>
            </a:r>
            <a:endParaRPr lang="en-US" sz="1600" dirty="0" smtClean="0"/>
          </a:p>
          <a:p>
            <a:endParaRPr lang="en-US" sz="1600" dirty="0" smtClean="0"/>
          </a:p>
          <a:p>
            <a:pPr>
              <a:buNone/>
            </a:pP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844" y="-142900"/>
            <a:ext cx="8543956" cy="1274786"/>
          </a:xfrm>
        </p:spPr>
        <p:txBody>
          <a:bodyPr/>
          <a:lstStyle/>
          <a:p>
            <a:r>
              <a:rPr lang="en-US" dirty="0" smtClean="0"/>
              <a:t>Introduction</a:t>
            </a:r>
            <a:endParaRPr lang="en-US" dirty="0"/>
          </a:p>
        </p:txBody>
      </p:sp>
      <p:sp>
        <p:nvSpPr>
          <p:cNvPr id="3" name="Content Placeholder 2"/>
          <p:cNvSpPr>
            <a:spLocks noGrp="1"/>
          </p:cNvSpPr>
          <p:nvPr>
            <p:ph sz="quarter" idx="1"/>
          </p:nvPr>
        </p:nvSpPr>
        <p:spPr>
          <a:xfrm>
            <a:off x="0" y="1214422"/>
            <a:ext cx="8686800" cy="5500702"/>
          </a:xfrm>
        </p:spPr>
        <p:txBody>
          <a:bodyPr>
            <a:noAutofit/>
          </a:bodyPr>
          <a:lstStyle/>
          <a:p>
            <a:pPr algn="just"/>
            <a:r>
              <a:rPr lang="en-US" sz="1600" dirty="0" smtClean="0"/>
              <a:t>Travel planning is an important part of every journey, but creating a complete travel plan can often be time-consuming and difficult. Travelers need to research destinations, select places to visit, find suitable accommodations, estimate travel costs, decide transportation options, and organize activities according to the available time. Managing all these details manually can lead to confusion, unnecessary expenses, and inefficient use of time. Traditional travel-planning applications mainly provide static information, maps, hotel listings, or booking services, but they may not provide a personalized itinerary based on an individual traveler's preferences, budget, interests, and schedule.</a:t>
            </a:r>
            <a:endParaRPr lang="en-US" sz="1600" dirty="0" smtClean="0"/>
          </a:p>
          <a:p>
            <a:pPr algn="just"/>
            <a:r>
              <a:rPr lang="en-US" sz="1600" dirty="0" smtClean="0"/>
              <a:t>The </a:t>
            </a:r>
            <a:r>
              <a:rPr lang="en-US" sz="1600" b="1" dirty="0" smtClean="0"/>
              <a:t>Travel Planner App with AI Itinerary</a:t>
            </a:r>
            <a:r>
              <a:rPr lang="en-US" sz="1600" dirty="0" smtClean="0"/>
              <a:t> is designed to provide a smart and personalized solution for travel planning. The application uses </a:t>
            </a:r>
            <a:r>
              <a:rPr lang="en-US" sz="1600" b="1" dirty="0" smtClean="0"/>
              <a:t>Artificial Intelligence (AI)</a:t>
            </a:r>
            <a:r>
              <a:rPr lang="en-US" sz="1600" dirty="0" smtClean="0"/>
              <a:t> to generate customized day-by-day travel itineraries based on user-provided information such as destination, number of travel days, budget, interests, preferred activities, and travel preferences. Instead of manually searching through multiple websites and applications, users can enter their requirements in one place and receive a structured travel plan.</a:t>
            </a:r>
            <a:endParaRPr lang="en-US" sz="1600" dirty="0" smtClean="0"/>
          </a:p>
          <a:p>
            <a:pPr algn="just"/>
            <a:r>
              <a:rPr lang="en-US" sz="1600" dirty="0" smtClean="0"/>
              <a:t>The Travel Planner App can provide features such as </a:t>
            </a:r>
            <a:r>
              <a:rPr lang="en-US" sz="1600" b="1" dirty="0" smtClean="0"/>
              <a:t>user registration and login, destination selection, preference management, AI-generated itineraries, daily schedules, budget estimation, attraction recommendations, map integration, and itinerary customization</a:t>
            </a:r>
            <a:r>
              <a:rPr lang="en-US" sz="1600" dirty="0" smtClean="0"/>
              <a:t>. Users can review the generated plan and modify activities according to their requirements. This makes the application flexible and user-friendly</a:t>
            </a:r>
            <a:r>
              <a:rPr lang="en-US" sz="1600" dirty="0" smtClean="0"/>
              <a:t>.</a:t>
            </a:r>
            <a:endParaRPr lang="en-US" sz="1600" dirty="0" smtClean="0"/>
          </a:p>
          <a:p>
            <a:pPr algn="just"/>
            <a:r>
              <a:rPr lang="en-US" sz="1600" dirty="0" smtClean="0"/>
              <a:t>Overall, the </a:t>
            </a:r>
            <a:r>
              <a:rPr lang="en-US" sz="1600" b="1" dirty="0" smtClean="0"/>
              <a:t>Travel Planner App with AI Itinerary</a:t>
            </a:r>
            <a:r>
              <a:rPr lang="en-US" sz="1600" dirty="0" smtClean="0"/>
              <a:t> aims to act as an intelligent digital travel assistant that simplifies the complete travel-planning process. It can be useful for individuals, families, students, business travelers, and groups who want to create an efficient and personalized travel plan without spending excessive time researching and organizing information manually</a:t>
            </a:r>
            <a:r>
              <a:rPr lang="en-US" sz="1600" dirty="0" smtClean="0"/>
              <a:t>.</a:t>
            </a:r>
            <a:endParaRPr lang="en-US" sz="16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844" y="0"/>
            <a:ext cx="7772400" cy="1143000"/>
          </a:xfrm>
        </p:spPr>
        <p:txBody>
          <a:bodyPr/>
          <a:lstStyle/>
          <a:p>
            <a:r>
              <a:rPr lang="en-US" dirty="0" smtClean="0"/>
              <a:t>Tools Required </a:t>
            </a:r>
            <a:endParaRPr lang="en-US" dirty="0"/>
          </a:p>
        </p:txBody>
      </p:sp>
      <p:sp>
        <p:nvSpPr>
          <p:cNvPr id="3" name="Content Placeholder 2"/>
          <p:cNvSpPr>
            <a:spLocks noGrp="1"/>
          </p:cNvSpPr>
          <p:nvPr>
            <p:ph sz="quarter" idx="1"/>
          </p:nvPr>
        </p:nvSpPr>
        <p:spPr>
          <a:xfrm>
            <a:off x="0" y="1285860"/>
            <a:ext cx="8686800" cy="5572140"/>
          </a:xfrm>
        </p:spPr>
        <p:txBody>
          <a:bodyPr>
            <a:normAutofit fontScale="92500" lnSpcReduction="10000"/>
          </a:bodyPr>
          <a:lstStyle/>
          <a:p>
            <a:r>
              <a:rPr lang="en-US" b="1" dirty="0" smtClean="0"/>
              <a:t>ETL </a:t>
            </a:r>
            <a:r>
              <a:rPr lang="en-US" b="1" dirty="0" smtClean="0"/>
              <a:t>Pipeline</a:t>
            </a:r>
            <a:br>
              <a:rPr lang="en-US" dirty="0" smtClean="0"/>
            </a:br>
            <a:r>
              <a:rPr lang="en-US" dirty="0" smtClean="0"/>
              <a:t>ETL means</a:t>
            </a:r>
            <a:r>
              <a:rPr lang="en-US" dirty="0" smtClean="0"/>
              <a:t>:</a:t>
            </a:r>
            <a:br>
              <a:rPr lang="en-US" dirty="0" smtClean="0"/>
            </a:br>
            <a:r>
              <a:rPr lang="en-US" b="1" dirty="0" smtClean="0"/>
              <a:t>E – Extract</a:t>
            </a:r>
            <a:br>
              <a:rPr lang="en-US" dirty="0" smtClean="0"/>
            </a:br>
            <a:r>
              <a:rPr lang="en-US" dirty="0" smtClean="0"/>
              <a:t>Collect data from APIs and other sources</a:t>
            </a:r>
            <a:r>
              <a:rPr lang="en-US" dirty="0" smtClean="0"/>
              <a:t>.</a:t>
            </a:r>
            <a:br>
              <a:rPr lang="en-US" dirty="0" smtClean="0"/>
            </a:br>
            <a:r>
              <a:rPr lang="en-US" b="1" dirty="0" smtClean="0"/>
              <a:t>T – Transform</a:t>
            </a:r>
            <a:br>
              <a:rPr lang="en-US" dirty="0" smtClean="0"/>
            </a:br>
            <a:r>
              <a:rPr lang="en-US" dirty="0" smtClean="0"/>
              <a:t>Clean and convert the data</a:t>
            </a:r>
            <a:r>
              <a:rPr lang="en-US" dirty="0" smtClean="0"/>
              <a:t>.</a:t>
            </a:r>
            <a:br>
              <a:rPr lang="en-US" dirty="0" smtClean="0"/>
            </a:br>
            <a:r>
              <a:rPr lang="en-US" b="1" dirty="0" smtClean="0"/>
              <a:t>L – Load</a:t>
            </a:r>
            <a:br>
              <a:rPr lang="en-US" dirty="0" smtClean="0"/>
            </a:br>
            <a:r>
              <a:rPr lang="en-US" dirty="0" smtClean="0"/>
              <a:t>Store the processed data in the database</a:t>
            </a:r>
            <a:r>
              <a:rPr lang="en-US" dirty="0" smtClean="0"/>
              <a:t>.</a:t>
            </a:r>
            <a:endParaRPr lang="en-US" dirty="0" smtClean="0"/>
          </a:p>
          <a:p>
            <a:r>
              <a:rPr lang="en-US" b="1" dirty="0" smtClean="0"/>
              <a:t>Frontend</a:t>
            </a:r>
            <a:br>
              <a:rPr lang="en-US" dirty="0" smtClean="0"/>
            </a:br>
            <a:r>
              <a:rPr lang="en-US" b="1" dirty="0" smtClean="0"/>
              <a:t>HTML, CSS, JavaScript / </a:t>
            </a:r>
            <a:r>
              <a:rPr lang="en-US" b="1" dirty="0" smtClean="0"/>
              <a:t>React</a:t>
            </a:r>
            <a:br>
              <a:rPr lang="en-US" dirty="0" smtClean="0"/>
            </a:br>
            <a:r>
              <a:rPr lang="en-US" dirty="0" smtClean="0"/>
              <a:t>Used to create the user interface</a:t>
            </a:r>
            <a:r>
              <a:rPr lang="en-US" dirty="0" smtClean="0"/>
              <a:t>.</a:t>
            </a:r>
            <a:endParaRPr lang="en-US" dirty="0" smtClean="0"/>
          </a:p>
          <a:p>
            <a:r>
              <a:rPr lang="en-US" b="1" dirty="0" smtClean="0"/>
              <a:t>Backend</a:t>
            </a:r>
            <a:br>
              <a:rPr lang="en-US" dirty="0" smtClean="0"/>
            </a:br>
            <a:br>
              <a:rPr lang="en-US" dirty="0" smtClean="0"/>
            </a:br>
            <a:r>
              <a:rPr lang="en-US" b="1" dirty="0" smtClean="0"/>
              <a:t>Python + Flask/</a:t>
            </a:r>
            <a:r>
              <a:rPr lang="en-US" b="1" dirty="0" err="1" smtClean="0"/>
              <a:t>FastAPI</a:t>
            </a:r>
            <a:br>
              <a:rPr lang="en-US" dirty="0" smtClean="0"/>
            </a:br>
            <a:br>
              <a:rPr lang="en-US" dirty="0" smtClean="0"/>
            </a:br>
            <a:r>
              <a:rPr lang="en-US" dirty="0" smtClean="0"/>
              <a:t>The backend handles the application's logic.</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Equity</Template>
  <TotalTime>0</TotalTime>
  <Words>4663</Words>
  <Application>WPS Presentation</Application>
  <PresentationFormat>On-screen Show (4:3)</PresentationFormat>
  <Paragraphs>31</Paragraphs>
  <Slides>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vt:i4>
      </vt:variant>
    </vt:vector>
  </HeadingPairs>
  <TitlesOfParts>
    <vt:vector size="14" baseType="lpstr">
      <vt:lpstr>Arial</vt:lpstr>
      <vt:lpstr>SimSun</vt:lpstr>
      <vt:lpstr>Wingdings</vt:lpstr>
      <vt:lpstr>Wingdings 2</vt:lpstr>
      <vt:lpstr>Perpetua</vt:lpstr>
      <vt:lpstr>Franklin Gothic Book</vt:lpstr>
      <vt:lpstr>Microsoft YaHei</vt:lpstr>
      <vt:lpstr>Arial Unicode MS</vt:lpstr>
      <vt:lpstr>Calibri</vt:lpstr>
      <vt:lpstr>Equity</vt:lpstr>
      <vt:lpstr>Travel Planner App with AI Itinerary</vt:lpstr>
      <vt:lpstr>  Abstract</vt:lpstr>
      <vt:lpstr>Introduction</vt:lpstr>
      <vt:lpstr>Tools Required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Travel Planner App with AI Itinerary</dc:title>
  <dc:creator>Konijerla Hasini</dc:creator>
  <cp:lastModifiedBy>hasin</cp:lastModifiedBy>
  <cp:revision>6</cp:revision>
  <dcterms:created xsi:type="dcterms:W3CDTF">2026-08-08T05:28:00Z</dcterms:created>
  <dcterms:modified xsi:type="dcterms:W3CDTF">2026-08-19T03:28:41Z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AC97E0F6446147EC9A8D7D74DF0ECFF1_13</vt:lpwstr>
  </property>
</Properties>
</file>
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D6D0C-E323-AE15-3530-3E98B2A652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6" cy="1462080"/>
          </a:xfrm>
        </p:spPr>
        <p:txBody>
          <a:bodyPr/>
          <a:lstStyle/>
          <a:p>
            <a:r>
              <a:rPr lang="en-US" dirty="0"/>
              <a:t>Travel Planner App with AI Itinerary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B91770-AE48-1323-59C5-63CFC0C50B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018503"/>
            <a:ext cx="8689976" cy="2792361"/>
          </a:xfrm>
        </p:spPr>
        <p:txBody>
          <a:bodyPr/>
          <a:lstStyle/>
          <a:p>
            <a:r>
              <a:rPr lang="en-US" dirty="0"/>
              <a:t>Fundamentals of Data Engineering-24DEA3101 </a:t>
            </a:r>
          </a:p>
          <a:p>
            <a:r>
              <a:rPr lang="en-US" dirty="0"/>
              <a:t>BACH-19</a:t>
            </a:r>
          </a:p>
          <a:p>
            <a:r>
              <a:rPr lang="en-US" dirty="0"/>
              <a:t>2420030094 – A Sindhuja</a:t>
            </a:r>
          </a:p>
          <a:p>
            <a:r>
              <a:rPr lang="en-US" dirty="0"/>
              <a:t>2420090033 – K Komali Hasini</a:t>
            </a:r>
          </a:p>
          <a:p>
            <a:r>
              <a:rPr lang="en-US" dirty="0"/>
              <a:t>2420090040 – K Rishitha Reddy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1696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C4038-89BA-8DBB-86CD-7B5A8D2B5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777664"/>
          </a:xfrm>
        </p:spPr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B2EC7-7A9B-D1A1-389A-ED636DED617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474840"/>
            <a:ext cx="10363826" cy="4316360"/>
          </a:xfrm>
        </p:spPr>
        <p:txBody>
          <a:bodyPr/>
          <a:lstStyle/>
          <a:p>
            <a:pPr lvl="0"/>
            <a:r>
              <a:rPr lang="en-IN" b="1" dirty="0"/>
              <a:t>User Input:</a:t>
            </a:r>
            <a:r>
              <a:rPr lang="en-IN" dirty="0"/>
              <a:t> Collect destination, travel duration, budget, and interests. </a:t>
            </a:r>
          </a:p>
          <a:p>
            <a:pPr lvl="0"/>
            <a:r>
              <a:rPr lang="en-IN" b="1" dirty="0"/>
              <a:t>Data Processing:</a:t>
            </a:r>
            <a:r>
              <a:rPr lang="en-IN" dirty="0"/>
              <a:t> Clean and </a:t>
            </a:r>
            <a:r>
              <a:rPr lang="en-IN" dirty="0" err="1"/>
              <a:t>analyze</a:t>
            </a:r>
            <a:r>
              <a:rPr lang="en-IN" dirty="0"/>
              <a:t> travel data collected from datasets/APIs. </a:t>
            </a:r>
          </a:p>
          <a:p>
            <a:pPr lvl="0"/>
            <a:r>
              <a:rPr lang="en-IN" b="1" dirty="0"/>
              <a:t>AI Recommendation:</a:t>
            </a:r>
            <a:r>
              <a:rPr lang="en-IN" dirty="0"/>
              <a:t> </a:t>
            </a:r>
            <a:r>
              <a:rPr lang="en-IN" dirty="0" err="1"/>
              <a:t>Analyze</a:t>
            </a:r>
            <a:r>
              <a:rPr lang="en-IN" dirty="0"/>
              <a:t> user preferences and recommend suitable attractions and activities. </a:t>
            </a:r>
          </a:p>
          <a:p>
            <a:pPr lvl="0"/>
            <a:r>
              <a:rPr lang="en-IN" b="1" dirty="0"/>
              <a:t>Itinerary Generation:</a:t>
            </a:r>
            <a:r>
              <a:rPr lang="en-IN" dirty="0"/>
              <a:t> Create a personalized </a:t>
            </a:r>
            <a:r>
              <a:rPr lang="en-IN" b="1" dirty="0"/>
              <a:t>day-wise travel schedule</a:t>
            </a:r>
            <a:r>
              <a:rPr lang="en-IN" dirty="0"/>
              <a:t> based on time, budget, and preferences. </a:t>
            </a:r>
          </a:p>
          <a:p>
            <a:pPr lvl="0"/>
            <a:r>
              <a:rPr lang="en-IN" b="1" dirty="0"/>
              <a:t>Customization:</a:t>
            </a:r>
            <a:r>
              <a:rPr lang="en-IN" dirty="0"/>
              <a:t> Allow users to modify and save the generated itinerary. </a:t>
            </a:r>
          </a:p>
          <a:p>
            <a:pPr lvl="0"/>
            <a:r>
              <a:rPr lang="en-IN" b="1" dirty="0"/>
              <a:t>Final Output:</a:t>
            </a:r>
            <a:r>
              <a:rPr lang="en-IN" dirty="0"/>
              <a:t> Display the complete personalized travel plan through the application.</a:t>
            </a:r>
          </a:p>
          <a:p>
            <a:endParaRPr lang="en-IN" cap="none" dirty="0"/>
          </a:p>
        </p:txBody>
      </p:sp>
    </p:spTree>
    <p:extLst>
      <p:ext uri="{BB962C8B-B14F-4D97-AF65-F5344CB8AC3E}">
        <p14:creationId xmlns:p14="http://schemas.microsoft.com/office/powerpoint/2010/main" val="1346593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93540-6ADB-4ABD-77F5-7F2BA1754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052967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17557F1-71EF-748E-0B95-BF259A353F8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73626" y="353961"/>
            <a:ext cx="1121860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49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93FAD-F099-7A86-9118-AFFF26D6A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75986"/>
          </a:xfrm>
        </p:spPr>
        <p:txBody>
          <a:bodyPr/>
          <a:lstStyle/>
          <a:p>
            <a:r>
              <a:rPr lang="en-IN" dirty="0"/>
              <a:t>Modern Tools and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64CD1-4A27-9798-E055-70CA5B3317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494504"/>
            <a:ext cx="10363826" cy="4296695"/>
          </a:xfrm>
        </p:spPr>
        <p:txBody>
          <a:bodyPr>
            <a:normAutofit/>
          </a:bodyPr>
          <a:lstStyle/>
          <a:p>
            <a:pPr lvl="0"/>
            <a:r>
              <a:rPr lang="en-IN" b="1" dirty="0"/>
              <a:t>Python</a:t>
            </a:r>
            <a:r>
              <a:rPr lang="en-IN" dirty="0"/>
              <a:t> – Data collection, processing, and automation </a:t>
            </a:r>
          </a:p>
          <a:p>
            <a:pPr lvl="0"/>
            <a:r>
              <a:rPr lang="en-IN" b="1" dirty="0"/>
              <a:t>REST APIs</a:t>
            </a:r>
            <a:r>
              <a:rPr lang="en-IN" dirty="0"/>
              <a:t> – Collect real-time travel, weather, and location data </a:t>
            </a:r>
          </a:p>
          <a:p>
            <a:pPr lvl="0"/>
            <a:r>
              <a:rPr lang="en-IN" b="1" dirty="0"/>
              <a:t>ETL Pipeline</a:t>
            </a:r>
            <a:r>
              <a:rPr lang="en-IN" dirty="0"/>
              <a:t> – Extract, Transform, and Load travel data </a:t>
            </a:r>
          </a:p>
          <a:p>
            <a:pPr lvl="0"/>
            <a:r>
              <a:rPr lang="en-IN" b="1" dirty="0"/>
              <a:t>SQLite / PostgreSQL</a:t>
            </a:r>
            <a:r>
              <a:rPr lang="en-IN" dirty="0"/>
              <a:t> – Store structured travel data </a:t>
            </a:r>
          </a:p>
          <a:p>
            <a:pPr lvl="0"/>
            <a:r>
              <a:rPr lang="en-IN" b="1" dirty="0"/>
              <a:t>Apache Airflow</a:t>
            </a:r>
            <a:r>
              <a:rPr lang="en-IN" dirty="0"/>
              <a:t> – Schedule and automate data pipelines </a:t>
            </a:r>
          </a:p>
          <a:p>
            <a:pPr lvl="0"/>
            <a:r>
              <a:rPr lang="en-IN" b="1" dirty="0"/>
              <a:t>Apache Spark</a:t>
            </a:r>
            <a:r>
              <a:rPr lang="en-IN" dirty="0"/>
              <a:t> – Process large-scale travel datasets </a:t>
            </a:r>
          </a:p>
          <a:p>
            <a:pPr lvl="0"/>
            <a:r>
              <a:rPr lang="en-IN" b="1" dirty="0"/>
              <a:t>Generative AI / LLM</a:t>
            </a:r>
            <a:r>
              <a:rPr lang="en-IN" dirty="0"/>
              <a:t> – Generate personalized travel itineraries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553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BF151-E890-1309-8271-83BC321D7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669509"/>
          </a:xfrm>
        </p:spPr>
        <p:txBody>
          <a:bodyPr/>
          <a:lstStyle/>
          <a:p>
            <a:r>
              <a:rPr lang="en-IN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54A1D-D2A5-8520-6D59-A0151B9D135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66684"/>
            <a:ext cx="10363826" cy="5152103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en-IN" b="1" dirty="0"/>
              <a:t>Data Collection:</a:t>
            </a:r>
            <a:r>
              <a:rPr lang="en-IN" dirty="0"/>
              <a:t> Collect destination, budget, duration, interests, and </a:t>
            </a:r>
            <a:r>
              <a:rPr lang="en-IN" dirty="0" err="1"/>
              <a:t>traveler</a:t>
            </a:r>
            <a:r>
              <a:rPr lang="en-IN" dirty="0"/>
              <a:t> details through the application. </a:t>
            </a:r>
          </a:p>
          <a:p>
            <a:pPr lvl="0"/>
            <a:r>
              <a:rPr lang="en-IN" b="1" dirty="0"/>
              <a:t>Data Ingestion:</a:t>
            </a:r>
            <a:r>
              <a:rPr lang="en-IN" dirty="0"/>
              <a:t> Fetch travel-related data from </a:t>
            </a:r>
            <a:r>
              <a:rPr lang="en-IN" b="1" dirty="0"/>
              <a:t>APIs/datasets</a:t>
            </a:r>
            <a:r>
              <a:rPr lang="en-IN" dirty="0"/>
              <a:t>. </a:t>
            </a:r>
          </a:p>
          <a:p>
            <a:pPr lvl="0"/>
            <a:r>
              <a:rPr lang="en-IN" b="1" dirty="0"/>
              <a:t>Data Processing:</a:t>
            </a:r>
            <a:r>
              <a:rPr lang="en-IN" dirty="0"/>
              <a:t> Use </a:t>
            </a:r>
            <a:r>
              <a:rPr lang="en-IN" b="1" dirty="0"/>
              <a:t>Python, Pandas and NumPy</a:t>
            </a:r>
            <a:r>
              <a:rPr lang="en-IN" dirty="0"/>
              <a:t> to clean, transform, and organize the data. </a:t>
            </a:r>
          </a:p>
          <a:p>
            <a:pPr lvl="0"/>
            <a:r>
              <a:rPr lang="en-IN" b="1" dirty="0"/>
              <a:t>Data Pipeline:</a:t>
            </a:r>
            <a:r>
              <a:rPr lang="en-IN" dirty="0"/>
              <a:t> Build an </a:t>
            </a:r>
            <a:r>
              <a:rPr lang="en-IN" b="1" dirty="0"/>
              <a:t>ETL pipeline</a:t>
            </a:r>
            <a:r>
              <a:rPr lang="en-IN" dirty="0"/>
              <a:t> to Extract, Transform, and Load travel data into the database. </a:t>
            </a:r>
          </a:p>
          <a:p>
            <a:pPr lvl="0"/>
            <a:r>
              <a:rPr lang="en-IN" b="1" dirty="0"/>
              <a:t>Data Storage:</a:t>
            </a:r>
            <a:r>
              <a:rPr lang="en-IN" dirty="0"/>
              <a:t> Store processed travel information using </a:t>
            </a:r>
            <a:r>
              <a:rPr lang="en-IN" b="1" dirty="0"/>
              <a:t>SQLite/PostgreSQL or cloud storage</a:t>
            </a:r>
            <a:r>
              <a:rPr lang="en-IN" dirty="0"/>
              <a:t>. </a:t>
            </a:r>
          </a:p>
          <a:p>
            <a:pPr lvl="0"/>
            <a:r>
              <a:rPr lang="en-IN" b="1" dirty="0"/>
              <a:t>AI Processing:</a:t>
            </a:r>
            <a:r>
              <a:rPr lang="en-IN" dirty="0"/>
              <a:t> </a:t>
            </a:r>
            <a:r>
              <a:rPr lang="en-IN" dirty="0" err="1"/>
              <a:t>Analyze</a:t>
            </a:r>
            <a:r>
              <a:rPr lang="en-IN" dirty="0"/>
              <a:t> user preferences and generate suitable travel recommendations. </a:t>
            </a:r>
          </a:p>
          <a:p>
            <a:pPr lvl="0"/>
            <a:r>
              <a:rPr lang="en-IN" b="1" dirty="0"/>
              <a:t>Itinerary Generation:</a:t>
            </a:r>
            <a:r>
              <a:rPr lang="en-IN" dirty="0"/>
              <a:t> Create a </a:t>
            </a:r>
            <a:r>
              <a:rPr lang="en-IN" b="1" dirty="0"/>
              <a:t>personalized day-wise itinerary</a:t>
            </a:r>
            <a:r>
              <a:rPr lang="en-IN" dirty="0"/>
              <a:t> based on destination, budget, time, and interests. </a:t>
            </a:r>
          </a:p>
          <a:p>
            <a:pPr lvl="0"/>
            <a:r>
              <a:rPr lang="en-IN" b="1" dirty="0"/>
              <a:t>Application Interface:</a:t>
            </a:r>
            <a:r>
              <a:rPr lang="en-IN" dirty="0"/>
              <a:t> Use </a:t>
            </a:r>
            <a:r>
              <a:rPr lang="en-IN" b="1" dirty="0" err="1"/>
              <a:t>Streamlit</a:t>
            </a:r>
            <a:r>
              <a:rPr lang="en-IN" dirty="0"/>
              <a:t> to display recommendations and the generated itinerary.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20695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8</TotalTime>
  <Words>307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Tw Cen MT</vt:lpstr>
      <vt:lpstr>Droplet</vt:lpstr>
      <vt:lpstr>Travel Planner App with AI Itinerary</vt:lpstr>
      <vt:lpstr>Methodology</vt:lpstr>
      <vt:lpstr>PowerPoint Presentation</vt:lpstr>
      <vt:lpstr>Modern Tools and Technologies</vt:lpstr>
      <vt:lpstr>Implementation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pranitha6652@outlook.com</dc:creator>
  <cp:lastModifiedBy>pranitha6652@outlook.com</cp:lastModifiedBy>
  <cp:revision>1</cp:revision>
  <dcterms:created xsi:type="dcterms:W3CDTF">2026-09-30T03:23:05Z</dcterms:created>
  <dcterms:modified xsi:type="dcterms:W3CDTF">2026-09-30T03:31:25Z</dcterms:modified>
</cp:coreProperties>
</file>
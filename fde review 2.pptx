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9/30/2026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9/30/2026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AE2A8-B409-26F9-551E-A3B3CD8CA1A8}"/>
              </a:ext>
            </a:extLst>
          </p:cNvPr>
          <p:cNvSpPr>
            <a:spLocks noGrp="1"/>
          </p:cNvSpPr>
          <p:nvPr>
            <p:ph type="ctrTitle"/>
          </p:nvPr>
        </p:nvSpPr>
        <p:spPr>
          <a:xfrm>
            <a:off x="1623192" y="524036"/>
            <a:ext cx="8689976" cy="1580067"/>
          </a:xfrm>
        </p:spPr>
        <p:txBody>
          <a:bodyPr/>
          <a:lstStyle/>
          <a:p>
            <a:r>
              <a:rPr lang="en-US" dirty="0"/>
              <a:t>Travel Planner App with AI Itinerary</a:t>
            </a:r>
            <a:endParaRPr lang="en-IN" dirty="0"/>
          </a:p>
        </p:txBody>
      </p:sp>
      <p:sp>
        <p:nvSpPr>
          <p:cNvPr id="3" name="Subtitle 2">
            <a:extLst>
              <a:ext uri="{FF2B5EF4-FFF2-40B4-BE49-F238E27FC236}">
                <a16:creationId xmlns:a16="http://schemas.microsoft.com/office/drawing/2014/main" id="{CB69B7D1-F323-F431-44E4-3FBC2FF01DA6}"/>
              </a:ext>
            </a:extLst>
          </p:cNvPr>
          <p:cNvSpPr>
            <a:spLocks noGrp="1"/>
          </p:cNvSpPr>
          <p:nvPr>
            <p:ph type="subTitle" idx="1"/>
          </p:nvPr>
        </p:nvSpPr>
        <p:spPr>
          <a:xfrm>
            <a:off x="1751012" y="2585884"/>
            <a:ext cx="8689976" cy="2671915"/>
          </a:xfrm>
        </p:spPr>
        <p:txBody>
          <a:bodyPr/>
          <a:lstStyle/>
          <a:p>
            <a:r>
              <a:rPr lang="en-US" dirty="0"/>
              <a:t>Fundamentals of Data Engineering-24DEA3101 </a:t>
            </a:r>
          </a:p>
          <a:p>
            <a:r>
              <a:rPr lang="en-US" dirty="0"/>
              <a:t>BACH-19</a:t>
            </a:r>
          </a:p>
          <a:p>
            <a:r>
              <a:rPr lang="en-US" dirty="0"/>
              <a:t>2420030094 – A Sindhuja</a:t>
            </a:r>
          </a:p>
          <a:p>
            <a:r>
              <a:rPr lang="en-US" dirty="0"/>
              <a:t>2420090033 – K Komali Hasini</a:t>
            </a:r>
          </a:p>
          <a:p>
            <a:r>
              <a:rPr lang="en-US" dirty="0"/>
              <a:t>2420090040 – K Rishitha Reddy</a:t>
            </a:r>
          </a:p>
          <a:p>
            <a:endParaRPr lang="en-IN" dirty="0"/>
          </a:p>
        </p:txBody>
      </p:sp>
    </p:spTree>
    <p:extLst>
      <p:ext uri="{BB962C8B-B14F-4D97-AF65-F5344CB8AC3E}">
        <p14:creationId xmlns:p14="http://schemas.microsoft.com/office/powerpoint/2010/main" val="180762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53EEA-A42C-B7AF-580D-E71FA6BB241C}"/>
              </a:ext>
            </a:extLst>
          </p:cNvPr>
          <p:cNvSpPr>
            <a:spLocks noGrp="1"/>
          </p:cNvSpPr>
          <p:nvPr>
            <p:ph type="title"/>
          </p:nvPr>
        </p:nvSpPr>
        <p:spPr>
          <a:xfrm>
            <a:off x="913775" y="618518"/>
            <a:ext cx="10364451" cy="944812"/>
          </a:xfrm>
        </p:spPr>
        <p:txBody>
          <a:bodyPr/>
          <a:lstStyle/>
          <a:p>
            <a:r>
              <a:rPr lang="en-IN" dirty="0"/>
              <a:t>Problem Statement</a:t>
            </a:r>
          </a:p>
        </p:txBody>
      </p:sp>
      <p:sp>
        <p:nvSpPr>
          <p:cNvPr id="3" name="Content Placeholder 2">
            <a:extLst>
              <a:ext uri="{FF2B5EF4-FFF2-40B4-BE49-F238E27FC236}">
                <a16:creationId xmlns:a16="http://schemas.microsoft.com/office/drawing/2014/main" id="{1FFED4E4-0B6A-9AF1-FB05-F95BE2069297}"/>
              </a:ext>
            </a:extLst>
          </p:cNvPr>
          <p:cNvSpPr>
            <a:spLocks noGrp="1"/>
          </p:cNvSpPr>
          <p:nvPr>
            <p:ph sz="quarter" idx="13"/>
          </p:nvPr>
        </p:nvSpPr>
        <p:spPr>
          <a:xfrm>
            <a:off x="913774" y="1710814"/>
            <a:ext cx="10363826" cy="4080386"/>
          </a:xfrm>
        </p:spPr>
        <p:txBody>
          <a:bodyPr>
            <a:normAutofit/>
          </a:bodyPr>
          <a:lstStyle/>
          <a:p>
            <a:pPr algn="just"/>
            <a:r>
              <a:rPr lang="en-IN" cap="none" dirty="0"/>
              <a:t>Planning a trip manually requires collecting information about destinations, transportation, accommodation, tourist attractions, food, budget, and available time from multiple sources. this process can be time-consuming and may result in poorly organized schedules or missed attractions. traditional travel planning systems generally provide fixed recommendations and do not sufficiently adapt the itinerary to the user's interests, budget, duration, and preferences.</a:t>
            </a:r>
          </a:p>
          <a:p>
            <a:pPr algn="just"/>
            <a:r>
              <a:rPr lang="en-IN" cap="none" dirty="0"/>
              <a:t>The travel planner app with ai itinerary aims to solve this problem by providing a personalized travel planning system. the application uses user-provided information such as destination, number of days, budget, interests, and preferred activities to generate a structured itinerary. the system helps users organize their trips efficiently and provides recommendations that are relevant to their individual requirements.</a:t>
            </a:r>
          </a:p>
          <a:p>
            <a:endParaRPr lang="en-IN" dirty="0"/>
          </a:p>
        </p:txBody>
      </p:sp>
    </p:spTree>
    <p:extLst>
      <p:ext uri="{BB962C8B-B14F-4D97-AF65-F5344CB8AC3E}">
        <p14:creationId xmlns:p14="http://schemas.microsoft.com/office/powerpoint/2010/main" val="65207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F68E-D790-98BD-660F-0EF97B507DC7}"/>
              </a:ext>
            </a:extLst>
          </p:cNvPr>
          <p:cNvSpPr>
            <a:spLocks noGrp="1"/>
          </p:cNvSpPr>
          <p:nvPr>
            <p:ph type="title"/>
          </p:nvPr>
        </p:nvSpPr>
        <p:spPr>
          <a:xfrm>
            <a:off x="913775" y="618518"/>
            <a:ext cx="10364451" cy="866154"/>
          </a:xfrm>
        </p:spPr>
        <p:txBody>
          <a:bodyPr/>
          <a:lstStyle/>
          <a:p>
            <a:r>
              <a:rPr lang="en-US" dirty="0"/>
              <a:t>DEVELOPMENT </a:t>
            </a:r>
            <a:endParaRPr lang="en-IN" dirty="0"/>
          </a:p>
        </p:txBody>
      </p:sp>
      <p:sp>
        <p:nvSpPr>
          <p:cNvPr id="3" name="Content Placeholder 2">
            <a:extLst>
              <a:ext uri="{FF2B5EF4-FFF2-40B4-BE49-F238E27FC236}">
                <a16:creationId xmlns:a16="http://schemas.microsoft.com/office/drawing/2014/main" id="{91B72901-0C44-121A-0179-CE5E663DEB41}"/>
              </a:ext>
            </a:extLst>
          </p:cNvPr>
          <p:cNvSpPr>
            <a:spLocks noGrp="1"/>
          </p:cNvSpPr>
          <p:nvPr>
            <p:ph sz="quarter" idx="13"/>
          </p:nvPr>
        </p:nvSpPr>
        <p:spPr>
          <a:xfrm>
            <a:off x="913774" y="1484672"/>
            <a:ext cx="10363826" cy="4306527"/>
          </a:xfrm>
        </p:spPr>
        <p:txBody>
          <a:bodyPr>
            <a:normAutofit fontScale="92500" lnSpcReduction="10000"/>
          </a:bodyPr>
          <a:lstStyle/>
          <a:p>
            <a:pPr lvl="0"/>
            <a:r>
              <a:rPr lang="en-IN" b="1" dirty="0"/>
              <a:t>To develop a user-friendly travel planning application</a:t>
            </a:r>
            <a:r>
              <a:rPr lang="en-IN" dirty="0"/>
              <a:t> for creating and managing trips. </a:t>
            </a:r>
          </a:p>
          <a:p>
            <a:pPr lvl="0"/>
            <a:r>
              <a:rPr lang="en-IN" b="1" dirty="0"/>
              <a:t>To generate personalized itineraries</a:t>
            </a:r>
            <a:r>
              <a:rPr lang="en-IN" dirty="0"/>
              <a:t> based on destination, duration, budget, and user interests. </a:t>
            </a:r>
          </a:p>
          <a:p>
            <a:pPr lvl="0"/>
            <a:r>
              <a:rPr lang="en-IN" b="1" dirty="0"/>
              <a:t>To use AI techniques</a:t>
            </a:r>
            <a:r>
              <a:rPr lang="en-IN" dirty="0"/>
              <a:t> to recommend suitable tourist attractions and activities. </a:t>
            </a:r>
          </a:p>
          <a:p>
            <a:pPr lvl="0"/>
            <a:r>
              <a:rPr lang="en-IN" b="1" dirty="0"/>
              <a:t>To organize daily travel schedules</a:t>
            </a:r>
            <a:r>
              <a:rPr lang="en-IN" dirty="0"/>
              <a:t> in a simple and understandable format. </a:t>
            </a:r>
          </a:p>
          <a:p>
            <a:pPr lvl="0"/>
            <a:r>
              <a:rPr lang="en-IN" b="1" dirty="0"/>
              <a:t>To consider user preferences and constraints</a:t>
            </a:r>
            <a:r>
              <a:rPr lang="en-IN" dirty="0"/>
              <a:t> while generating travel plans. </a:t>
            </a:r>
          </a:p>
          <a:p>
            <a:pPr lvl="0"/>
            <a:r>
              <a:rPr lang="en-IN" b="1" dirty="0"/>
              <a:t>To reduce the time and effort</a:t>
            </a:r>
            <a:r>
              <a:rPr lang="en-IN" dirty="0"/>
              <a:t> required for manual trip planning. </a:t>
            </a:r>
          </a:p>
          <a:p>
            <a:pPr lvl="0"/>
            <a:r>
              <a:rPr lang="en-IN" b="1" dirty="0"/>
              <a:t>To provide budget-aware recommendations</a:t>
            </a:r>
            <a:r>
              <a:rPr lang="en-IN" dirty="0"/>
              <a:t> for better travel management. </a:t>
            </a:r>
          </a:p>
          <a:p>
            <a:pPr lvl="0"/>
            <a:r>
              <a:rPr lang="en-IN" b="1" dirty="0"/>
              <a:t>To create a flexible itinerary</a:t>
            </a:r>
            <a:r>
              <a:rPr lang="en-IN" dirty="0"/>
              <a:t> that can be modified according to user requirements.</a:t>
            </a:r>
          </a:p>
          <a:p>
            <a:endParaRPr lang="en-IN" cap="none" dirty="0"/>
          </a:p>
        </p:txBody>
      </p:sp>
    </p:spTree>
    <p:extLst>
      <p:ext uri="{BB962C8B-B14F-4D97-AF65-F5344CB8AC3E}">
        <p14:creationId xmlns:p14="http://schemas.microsoft.com/office/powerpoint/2010/main" val="35957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9D1D-5401-4CFF-601F-C4A4CA47C854}"/>
              </a:ext>
            </a:extLst>
          </p:cNvPr>
          <p:cNvSpPr>
            <a:spLocks noGrp="1"/>
          </p:cNvSpPr>
          <p:nvPr>
            <p:ph type="title"/>
          </p:nvPr>
        </p:nvSpPr>
        <p:spPr>
          <a:xfrm>
            <a:off x="667969" y="0"/>
            <a:ext cx="10364451" cy="630180"/>
          </a:xfrm>
        </p:spPr>
        <p:txBody>
          <a:bodyPr/>
          <a:lstStyle/>
          <a:p>
            <a:r>
              <a:rPr lang="en-US" dirty="0"/>
              <a:t>WORKFLOW</a:t>
            </a:r>
            <a:endParaRPr lang="en-IN" dirty="0"/>
          </a:p>
        </p:txBody>
      </p:sp>
      <p:pic>
        <p:nvPicPr>
          <p:cNvPr id="4" name="Content Placeholder 3">
            <a:extLst>
              <a:ext uri="{FF2B5EF4-FFF2-40B4-BE49-F238E27FC236}">
                <a16:creationId xmlns:a16="http://schemas.microsoft.com/office/drawing/2014/main" id="{26A5C8AC-52B5-B89B-6CCF-9E052A0D355A}"/>
              </a:ext>
            </a:extLst>
          </p:cNvPr>
          <p:cNvPicPr>
            <a:picLocks noGrp="1" noChangeAspect="1"/>
          </p:cNvPicPr>
          <p:nvPr>
            <p:ph sz="quarter" idx="13"/>
          </p:nvPr>
        </p:nvPicPr>
        <p:blipFill>
          <a:blip r:embed="rId2"/>
          <a:stretch>
            <a:fillRect/>
          </a:stretch>
        </p:blipFill>
        <p:spPr>
          <a:xfrm>
            <a:off x="167149" y="737419"/>
            <a:ext cx="11720052" cy="5869857"/>
          </a:xfrm>
          <a:prstGeom prst="rect">
            <a:avLst/>
          </a:prstGeom>
        </p:spPr>
      </p:pic>
    </p:spTree>
    <p:extLst>
      <p:ext uri="{BB962C8B-B14F-4D97-AF65-F5344CB8AC3E}">
        <p14:creationId xmlns:p14="http://schemas.microsoft.com/office/powerpoint/2010/main" val="208068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9B1D-DA69-B3CE-E296-961DC0F442D0}"/>
              </a:ext>
            </a:extLst>
          </p:cNvPr>
          <p:cNvSpPr>
            <a:spLocks noGrp="1"/>
          </p:cNvSpPr>
          <p:nvPr>
            <p:ph type="title"/>
          </p:nvPr>
        </p:nvSpPr>
        <p:spPr>
          <a:xfrm>
            <a:off x="913775" y="618517"/>
            <a:ext cx="10364451" cy="5172682"/>
          </a:xfrm>
        </p:spPr>
        <p:txBody>
          <a:bodyPr/>
          <a:lstStyle/>
          <a:p>
            <a:r>
              <a:rPr lang="en-US" dirty="0"/>
              <a:t>THANKYOU</a:t>
            </a:r>
            <a:br>
              <a:rPr lang="en-US" dirty="0"/>
            </a:br>
            <a:endParaRPr lang="en-IN" dirty="0"/>
          </a:p>
        </p:txBody>
      </p:sp>
      <p:sp>
        <p:nvSpPr>
          <p:cNvPr id="3" name="Content Placeholder 2">
            <a:extLst>
              <a:ext uri="{FF2B5EF4-FFF2-40B4-BE49-F238E27FC236}">
                <a16:creationId xmlns:a16="http://schemas.microsoft.com/office/drawing/2014/main" id="{C0187364-D539-F21F-1349-A7CCB09DF660}"/>
              </a:ext>
            </a:extLst>
          </p:cNvPr>
          <p:cNvSpPr>
            <a:spLocks noGrp="1"/>
          </p:cNvSpPr>
          <p:nvPr>
            <p:ph sz="quarter" idx="13"/>
          </p:nvPr>
        </p:nvSpPr>
        <p:spPr/>
        <p:txBody>
          <a:bodyPr/>
          <a:lstStyle/>
          <a:p>
            <a:endParaRPr lang="en-IN" dirty="0"/>
          </a:p>
        </p:txBody>
      </p:sp>
    </p:spTree>
    <p:extLst>
      <p:ext uri="{BB962C8B-B14F-4D97-AF65-F5344CB8AC3E}">
        <p14:creationId xmlns:p14="http://schemas.microsoft.com/office/powerpoint/2010/main" val="167446884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19</TotalTime>
  <Words>266</Words>
  <Application>Microsoft Office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Droplet</vt:lpstr>
      <vt:lpstr>Travel Planner App with AI Itinerary</vt:lpstr>
      <vt:lpstr>Problem Statement</vt:lpstr>
      <vt:lpstr>DEVELOPMENT </vt:lpstr>
      <vt:lpstr>WORKFLOW</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pranitha6652@outlook.com</dc:creator>
  <cp:lastModifiedBy>pranitha6652@outlook.com</cp:lastModifiedBy>
  <cp:revision>1</cp:revision>
  <dcterms:created xsi:type="dcterms:W3CDTF">2026-09-30T03:00:59Z</dcterms:created>
  <dcterms:modified xsi:type="dcterms:W3CDTF">2026-09-30T03:20:50Z</dcterms:modified>
</cp:coreProperties>
</file>